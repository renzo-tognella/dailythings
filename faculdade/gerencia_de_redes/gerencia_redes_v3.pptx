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Gerência de Redes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como Ferramenta Prática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3657600" cy="13716"/>
          </a:xfrm>
          <a:prstGeom prst="rect">
            <a:avLst/>
          </a:prstGeom>
          <a:solidFill>
            <a:srgbClr val="4A6282"/>
          </a:solidFill>
          <a:ln w="12700">
            <a:solidFill>
              <a:srgbClr val="4A62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23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Detection, AIOps e Automação para Administradores de Rede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problema na prática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3657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roteador Cisco típico gera 200+ métricas por interface — cpuPercent, ifInOctets, ifSpeed. Threshold fixo não acompanha variação natural.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Abordagem tradicional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840480" cy="2103120"/>
          </a:xfrm>
          <a:prstGeom prst="rect">
            <a:avLst/>
          </a:prstGeom>
          <a:solidFill>
            <a:srgbClr val="FDFEFE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4688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configura 5 a 10 thresholds manuais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parte dos dados nunca é analisada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tardios ou falsos negativos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Reação ao problema, não prevenção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965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 análise de IA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2331720"/>
            <a:ext cx="3840480" cy="2103120"/>
          </a:xfrm>
          <a:prstGeom prst="rect">
            <a:avLst/>
          </a:prstGeom>
          <a:solidFill>
            <a:srgbClr val="FDFEFE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4688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absorve TODOS os dados continuamente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o padrão normal da rede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desvios mesmo sem regra criada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proativa, não reativa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a IA faz diferença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3657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2651760" cy="3474720"/>
          </a:xfrm>
          <a:prstGeom prst="rect">
            <a:avLst/>
          </a:prstGeom>
          <a:solidFill>
            <a:srgbClr val="243447"/>
          </a:solidFill>
          <a:ln w="12700">
            <a:solidFill>
              <a:srgbClr val="2C405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80160"/>
            <a:ext cx="1645920" cy="2743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rede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Tráfego anômalo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switch começa a enviar 3 GB de tráfego externo às 3h da manhã — nunca configuraram threshold para isso. Isolation Forest detecta o pico em 5 minutos.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651760" cy="3474720"/>
          </a:xfrm>
          <a:prstGeom prst="rect">
            <a:avLst/>
          </a:prstGeom>
          <a:solidFill>
            <a:srgbClr val="243447"/>
          </a:solidFill>
          <a:ln w="12700">
            <a:solidFill>
              <a:srgbClr val="2C405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280160"/>
            <a:ext cx="1645920" cy="2743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2900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Degradação de enlace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29000" y="228600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sobe gradualmente durante 2 horas, abaixo de qualquer threshold. LSTM identifica o padrão temporal e alerta antes do usuário perceber.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651760" cy="3474720"/>
          </a:xfrm>
          <a:prstGeom prst="rect">
            <a:avLst/>
          </a:prstGeom>
          <a:solidFill>
            <a:srgbClr val="243447"/>
          </a:solidFill>
          <a:ln w="12700">
            <a:solidFill>
              <a:srgbClr val="2C405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280160"/>
            <a:ext cx="1645920" cy="2743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preditiva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6364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 com falhas recorrentes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63640" y="228600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porta de switch troca entre up/down 40 vezes em uma semana. O modelo correlaciona os eventos e identifica a porta como candidatos a falha.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Três abordagens técnicas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3657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2651760" cy="3383280"/>
          </a:xfrm>
          <a:prstGeom prst="rect">
            <a:avLst/>
          </a:prstGeom>
          <a:solidFill>
            <a:srgbClr val="FDFEFE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2651760" cy="274320"/>
          </a:xfrm>
          <a:prstGeom prst="rect">
            <a:avLst/>
          </a:prstGeom>
          <a:solidFill>
            <a:srgbClr val="D5DBD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supervisionado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Isolation Forest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4864" cy="23774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88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 anomalias em datasets de alta dimensionalidade - nao precisa de dados rotulados. Funciona mapeando o quanto um ponto e diferente das demais observacoes.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143000"/>
            <a:ext cx="2651760" cy="3383280"/>
          </a:xfrm>
          <a:prstGeom prst="rect">
            <a:avLst/>
          </a:prstGeom>
          <a:solidFill>
            <a:srgbClr val="FDFEFE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43000"/>
            <a:ext cx="2651760" cy="274320"/>
          </a:xfrm>
          <a:prstGeom prst="rect">
            <a:avLst/>
          </a:prstGeom>
          <a:solidFill>
            <a:srgbClr val="D5DBD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reconstrução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Autoencoders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291840" y="2011680"/>
            <a:ext cx="54864" cy="23774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1488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neural que aprende a representar o padrão normal da rede. Quando a reconstrução tem erro alto, algo anormal está acontecendo.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143000"/>
            <a:ext cx="2651760" cy="3383280"/>
          </a:xfrm>
          <a:prstGeom prst="rect">
            <a:avLst/>
          </a:prstGeom>
          <a:solidFill>
            <a:srgbClr val="FDFEFE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43000"/>
            <a:ext cx="2651760" cy="274320"/>
          </a:xfrm>
          <a:prstGeom prst="rect">
            <a:avLst/>
          </a:prstGeom>
          <a:solidFill>
            <a:srgbClr val="D5DBD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temporais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126480" y="2011680"/>
            <a:ext cx="54864" cy="23774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1488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recorrente que captura dependências temporais em métricas — cpuPercent, latência, throughput. Identifica tendências que methods estatísticos perdem.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podem ser treinadas com dados coletados via SNMP / gNMI, sem necessidade de labeled datasets.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de implementação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3657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ferramentas open source — qualquer equipe de rede pode implementar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554480" cy="1645920"/>
          </a:xfrm>
          <a:prstGeom prst="rect">
            <a:avLst/>
          </a:prstGeom>
          <a:solidFill>
            <a:srgbClr val="FDFEFE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4420" y="1664208"/>
            <a:ext cx="320040" cy="3200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4420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Dispositivos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Switches, Roteadores, Servidores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20574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80B9"/>
                </a:solidFill>
              </a:rPr>
              <a:t>&gt;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103120" y="1554480"/>
            <a:ext cx="1554480" cy="1645920"/>
          </a:xfrm>
          <a:prstGeom prst="rect">
            <a:avLst/>
          </a:prstGeom>
          <a:solidFill>
            <a:srgbClr val="FDFEFE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20340" y="1664208"/>
            <a:ext cx="320040" cy="3200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0340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Coleta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2514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/ gNMI, NetFlow, sFlow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20574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80B9"/>
                </a:solidFill>
              </a:rPr>
              <a:t>&gt;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49040" y="1554480"/>
            <a:ext cx="1554480" cy="1645920"/>
          </a:xfrm>
          <a:prstGeom prst="rect">
            <a:avLst/>
          </a:prstGeom>
          <a:solidFill>
            <a:srgbClr val="FDFEFE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66260" y="1664208"/>
            <a:ext cx="320040" cy="3200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66260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Armazenamento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0" y="2514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InfluxDB, Prometheus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20574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80B9"/>
                </a:solidFill>
              </a:rPr>
              <a:t>&gt;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394960" y="1554480"/>
            <a:ext cx="1554480" cy="1645920"/>
          </a:xfrm>
          <a:prstGeom prst="rect">
            <a:avLst/>
          </a:prstGeom>
          <a:solidFill>
            <a:srgbClr val="FDFEFE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12180" y="1664208"/>
            <a:ext cx="320040" cy="3200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12180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ML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2514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Forest, Autoencoder, LSTM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20574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80B9"/>
                </a:solidFill>
              </a:rPr>
              <a:t>&gt;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040880" y="1554480"/>
            <a:ext cx="1554480" cy="1645920"/>
          </a:xfrm>
          <a:prstGeom prst="rect">
            <a:avLst/>
          </a:prstGeom>
          <a:solidFill>
            <a:srgbClr val="FDFEFE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58100" y="1664208"/>
            <a:ext cx="320040" cy="3200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58100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3232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Ação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32320" y="2514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Alertas, Automação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429000"/>
            <a:ext cx="8229600" cy="1371600"/>
          </a:xfrm>
          <a:prstGeom prst="rect">
            <a:avLst/>
          </a:prstGeom>
          <a:solidFill>
            <a:srgbClr val="FDFEFE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008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3886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pysnmp  |  python-netflow  |  grafana-api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8328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83280" y="3886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 |  PyTorch  |  Keras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26480" y="3886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  |  Prometheus  |  Grafana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Resumo e implicações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3657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solidFill>
            <a:srgbClr val="243447"/>
          </a:solidFill>
          <a:ln w="12700">
            <a:solidFill>
              <a:srgbClr val="2C40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365760" cy="36576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detecção de anomalias (Isolation Forest, Autoencoders, LSTM) substituem regras fixas — detectam comportamentos nunca vistos antes.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solidFill>
            <a:srgbClr val="243447"/>
          </a:solidFill>
          <a:ln w="12700">
            <a:solidFill>
              <a:srgbClr val="2C40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240280"/>
            <a:ext cx="365760" cy="36576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1488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AIOps já em uso em produção (Splunk ITSI, Darktrace, ThousandEyes) reduzem MTTR em até 60% em ambientes de grande porte.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243447"/>
          </a:solidFill>
          <a:ln w="12700">
            <a:solidFill>
              <a:srgbClr val="2C40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154680"/>
            <a:ext cx="365760" cy="36576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0632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inteiramente acessível: Python + SNMP + Scikit-learn + InfluxDB. Equipe de rede comum implementa sem necessidade de equipe de dados.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243447"/>
          </a:solidFill>
          <a:ln w="12700">
            <a:solidFill>
              <a:srgbClr val="2C40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4069080"/>
            <a:ext cx="365760" cy="36576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9776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não substitui o administrador — torna a análise mais rápida e abrangente, liberando tempo para decisões estratégicas.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Ferramentas em produção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3657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2651760" cy="3383280"/>
          </a:xfrm>
          <a:prstGeom prst="rect">
            <a:avLst/>
          </a:prstGeom>
          <a:solidFill>
            <a:srgbClr val="FDFEFE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Splunk ITSI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2377440" cy="274320"/>
          </a:xfrm>
          <a:prstGeom prst="rect">
            <a:avLst/>
          </a:prstGeom>
          <a:solidFill>
            <a:srgbClr val="D5DBD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+ Machine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anomalias, correlação de causa raiz, previsão de capacidade, alertas contextuais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651760" cy="3383280"/>
          </a:xfrm>
          <a:prstGeom prst="rect">
            <a:avLst/>
          </a:prstGeom>
          <a:solidFill>
            <a:srgbClr val="FDFEFE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Darktrace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29000" y="1828800"/>
            <a:ext cx="2377440" cy="274320"/>
          </a:xfrm>
          <a:prstGeom prst="rect">
            <a:avLst/>
          </a:prstGeom>
          <a:solidFill>
            <a:srgbClr val="D5DBD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Antigênio imunológico de rede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ameaças zero-day, resposta automática em tempo real, Autoencoders em produção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651760" cy="3383280"/>
          </a:xfrm>
          <a:prstGeom prst="rect">
            <a:avLst/>
          </a:prstGeom>
          <a:solidFill>
            <a:srgbClr val="FDFEFE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ThousandEyes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63640" y="1828800"/>
            <a:ext cx="2377440" cy="274320"/>
          </a:xfrm>
          <a:prstGeom prst="rect">
            <a:avLst/>
          </a:prstGeom>
          <a:solidFill>
            <a:srgbClr val="D5DBD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Experience Monitoring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9360" y="22860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 serviços em tempo real, detecção de falhas em camadas ISP, CDN e Cloud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reduzem MTTR significativamente em ambientes de produção.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Quem já usa isso em produção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operações de rede já dependem de ML para monitoramento e detecção de anomalias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023360" cy="1463040"/>
          </a:xfrm>
          <a:prstGeom prst="rect">
            <a:avLst/>
          </a:prstGeom>
          <a:solidFill>
            <a:srgbClr val="243447"/>
          </a:solidFill>
          <a:ln w="12700">
            <a:solidFill>
              <a:srgbClr val="2C40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Clientes de operadoras de telecom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E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que monitora milhares de enlaces MPLS. Usa LSTM para prever degradação de enlaces 30 minutos antes que o cliente perceba. O modelo é treinado com histórico de 2 anos de NetFlow.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834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Redução de tickets de suporte em 35%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645920"/>
            <a:ext cx="4023360" cy="1463040"/>
          </a:xfrm>
          <a:prstGeom prst="rect">
            <a:avLst/>
          </a:prstGeom>
          <a:solidFill>
            <a:srgbClr val="243447"/>
          </a:solidFill>
          <a:ln w="12700">
            <a:solidFill>
              <a:srgbClr val="2C40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Operadora de data center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21031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E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e roteadores de um DC com 800 servidores. Isolation Forest monitora padrões de tráfego entre VMs. Quando uma VM começa a se comportar diferente do habitual, o modelo gera alerta automático.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0600" y="2834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Detecção de comportamento anômalo em menos de 10 min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4023360" cy="1463040"/>
          </a:xfrm>
          <a:prstGeom prst="rect">
            <a:avLst/>
          </a:prstGeom>
          <a:solidFill>
            <a:srgbClr val="243447"/>
          </a:solidFill>
          <a:ln w="12700">
            <a:solidFill>
              <a:srgbClr val="2C40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37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Rede corporativa de retail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7033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E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store com 200 filiais conectadas por VPN. Autoencoder aprende o padrão de tráfego normal de cada filial. Desvios geram alertas antes de virar falha visível ao usuário.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44348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MTTR caiu de 4h para 45 min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246120"/>
            <a:ext cx="4023360" cy="1463040"/>
          </a:xfrm>
          <a:prstGeom prst="rect">
            <a:avLst/>
          </a:prstGeom>
          <a:solidFill>
            <a:srgbClr val="243447"/>
          </a:solidFill>
          <a:ln w="12700">
            <a:solidFill>
              <a:srgbClr val="2C40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337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Operadora de serviços financeiros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37033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E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 crítico entre matrizes e DR site. Usa detecção de anomalias em tempo real para identificar tentativas de intrusão que não batem com assinaturas conhecidas.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44348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96% dos incidentes resolvidos antes do impacto ao cliente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Gerência de Redes</dc:title>
  <dc:subject>PptxGenJS Presentation</dc:subject>
  <dc:creator>Renzo Tognella</dc:creator>
  <cp:lastModifiedBy>Renzo Tognella</cp:lastModifiedBy>
  <cp:revision>1</cp:revision>
  <dcterms:created xsi:type="dcterms:W3CDTF">2026-05-14T16:39:46Z</dcterms:created>
  <dcterms:modified xsi:type="dcterms:W3CDTF">2026-05-14T16:39:46Z</dcterms:modified>
</cp:coreProperties>
</file>