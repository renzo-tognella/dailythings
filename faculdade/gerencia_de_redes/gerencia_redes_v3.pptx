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371600" cy="54864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Gerência de Redes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5C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 Artificial como Ferramenta Prática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2240280"/>
            <a:ext cx="3657600" cy="13716"/>
          </a:xfrm>
          <a:prstGeom prst="rect">
            <a:avLst/>
          </a:prstGeom>
          <a:solidFill>
            <a:srgbClr val="4A6282"/>
          </a:solidFill>
          <a:ln w="12700">
            <a:solidFill>
              <a:srgbClr val="4A62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423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Detection, AIOps e Automação para Administradores de Rede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UFC  |  Gerência de Redes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problema na prática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731520" cy="3657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43000"/>
            <a:ext cx="8229600" cy="685800"/>
          </a:xfrm>
          <a:prstGeom prst="rect">
            <a:avLst/>
          </a:prstGeom>
          <a:solidFill>
            <a:srgbClr val="1C2833"/>
          </a:solidFill>
          <a:ln w="12700">
            <a:solidFill>
              <a:srgbClr val="1C28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188720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roteador Cisco típico gera 200+ métricas por interface — cpuPercent, ifInOctets, ifSpeed. Threshold fixo não acompanha variação natural.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Abordagem tradicional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3840480" cy="2103120"/>
          </a:xfrm>
          <a:prstGeom prst="rect">
            <a:avLst/>
          </a:prstGeom>
          <a:solidFill>
            <a:srgbClr val="FDFEFE"/>
          </a:solidFill>
          <a:ln w="12700">
            <a:solidFill>
              <a:srgbClr val="E5E8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468880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 configura 5 a 10 thresholds manuais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parte dos dados nunca é analisada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tardios ou falsos negativos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Reação ao problema, não prevenção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9659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 análise de IA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54880" y="2331720"/>
            <a:ext cx="3840480" cy="2103120"/>
          </a:xfrm>
          <a:prstGeom prst="rect">
            <a:avLst/>
          </a:prstGeom>
          <a:solidFill>
            <a:srgbClr val="FDFEFE"/>
          </a:solidFill>
          <a:ln w="12700">
            <a:solidFill>
              <a:srgbClr val="E5E8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937760" y="2468880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absorve TODOS os dados continuamente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 o padrão normal da rede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desvios mesmo sem regra criada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proativa, não reativa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Onde a IA faz diferença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731520" cy="3657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43000"/>
            <a:ext cx="2651760" cy="3474720"/>
          </a:xfrm>
          <a:prstGeom prst="rect">
            <a:avLst/>
          </a:prstGeom>
          <a:solidFill>
            <a:srgbClr val="243447"/>
          </a:solidFill>
          <a:ln w="12700">
            <a:solidFill>
              <a:srgbClr val="2C405E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280160"/>
            <a:ext cx="1645920" cy="27432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rede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737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Tráfego anômalo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228600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switch começa a enviar 3 GB de tráfego externo às 3h da manhã — nunca configuraram threshold para isso. Isolation Forest detecta o pico em 5 minutos.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91840" y="1143000"/>
            <a:ext cx="2651760" cy="3474720"/>
          </a:xfrm>
          <a:prstGeom prst="rect">
            <a:avLst/>
          </a:prstGeom>
          <a:solidFill>
            <a:srgbClr val="243447"/>
          </a:solidFill>
          <a:ln w="12700">
            <a:solidFill>
              <a:srgbClr val="2C405E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280160"/>
            <a:ext cx="1645920" cy="27432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1280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Degradação de enlace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29000" y="228600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sobe gradualmente durante 2 horas, abaixo de qualquer threshold. LSTM identifica o padrão temporal e alerta antes do usuário perceber.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143000"/>
            <a:ext cx="2651760" cy="3474720"/>
          </a:xfrm>
          <a:prstGeom prst="rect">
            <a:avLst/>
          </a:prstGeom>
          <a:solidFill>
            <a:srgbClr val="243447"/>
          </a:solidFill>
          <a:ln w="12700">
            <a:solidFill>
              <a:srgbClr val="2C405E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63640" y="1280160"/>
            <a:ext cx="1645920" cy="27432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1280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preditiva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263640" y="1737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Porta com falhas recorrentes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63640" y="228600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porta de switch troca entre up/down 40 vezes em uma semana. O modelo correlaciona os eventos e identifica a porta como candidatos a falha.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Três abordagens técnicas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731520" cy="3657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43000"/>
            <a:ext cx="2651760" cy="3383280"/>
          </a:xfrm>
          <a:prstGeom prst="rect">
            <a:avLst/>
          </a:prstGeom>
          <a:solidFill>
            <a:srgbClr val="FDFEFE"/>
          </a:solidFill>
          <a:ln w="12700">
            <a:solidFill>
              <a:srgbClr val="E5E8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43000"/>
            <a:ext cx="2651760" cy="274320"/>
          </a:xfrm>
          <a:prstGeom prst="rect">
            <a:avLst/>
          </a:prstGeom>
          <a:solidFill>
            <a:srgbClr val="D5DBDB"/>
          </a:solidFill>
          <a:ln w="12700">
            <a:solidFill>
              <a:srgbClr val="D5DB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43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supervisionado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554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Isolation Forest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54864" cy="237744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14884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 anomalias em datasets de alta dimensionalidade - nao precisa de dados rotulados. Funciona mapeando o quanto um ponto e diferente das demais observacoes.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91840" y="1143000"/>
            <a:ext cx="2651760" cy="3383280"/>
          </a:xfrm>
          <a:prstGeom prst="rect">
            <a:avLst/>
          </a:prstGeom>
          <a:solidFill>
            <a:srgbClr val="FDFEFE"/>
          </a:solidFill>
          <a:ln w="12700">
            <a:solidFill>
              <a:srgbClr val="E5E8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143000"/>
            <a:ext cx="2651760" cy="274320"/>
          </a:xfrm>
          <a:prstGeom prst="rect">
            <a:avLst/>
          </a:prstGeom>
          <a:solidFill>
            <a:srgbClr val="D5DBDB"/>
          </a:solidFill>
          <a:ln w="12700">
            <a:solidFill>
              <a:srgbClr val="D5DB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143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de reconstrução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429000" y="1554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Autoencoders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3291840" y="2011680"/>
            <a:ext cx="54864" cy="237744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214884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neural que aprende a representar o padrão normal da rede. Quando a reconstrução tem erro alto, algo anormal está acontecendo.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1143000"/>
            <a:ext cx="2651760" cy="3383280"/>
          </a:xfrm>
          <a:prstGeom prst="rect">
            <a:avLst/>
          </a:prstGeom>
          <a:solidFill>
            <a:srgbClr val="FDFEFE"/>
          </a:solidFill>
          <a:ln w="12700">
            <a:solidFill>
              <a:srgbClr val="E5E8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1143000"/>
            <a:ext cx="2651760" cy="274320"/>
          </a:xfrm>
          <a:prstGeom prst="rect">
            <a:avLst/>
          </a:prstGeom>
          <a:solidFill>
            <a:srgbClr val="D5DBDB"/>
          </a:solidFill>
          <a:ln w="12700">
            <a:solidFill>
              <a:srgbClr val="D5DB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143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Séries temporais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263640" y="1554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LSTM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126480" y="2011680"/>
            <a:ext cx="54864" cy="237744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214884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recorrente que captura dependências temporais em métricas — cpuPercent, latência, throughput. Identifica tendências que methods estatísticos perdem.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podem ser treinadas com dados coletados via SNMP / gNMI, sem necessidade de labeled datasets.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Stack de implementação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731520" cy="3657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ferramentas open source — qualquer equipe de rede pode implementar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554480" cy="1645920"/>
          </a:xfrm>
          <a:prstGeom prst="rect">
            <a:avLst/>
          </a:prstGeom>
          <a:solidFill>
            <a:srgbClr val="FDFEFE"/>
          </a:solidFill>
          <a:ln w="12700">
            <a:solidFill>
              <a:srgbClr val="D5DBD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74420" y="1664208"/>
            <a:ext cx="320040" cy="320040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4420" y="16642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Dispositivos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5146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Switches, Roteadores, Servidores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011680" y="205740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980B9"/>
                </a:solidFill>
              </a:rPr>
              <a:t>&gt;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103120" y="1554480"/>
            <a:ext cx="1554480" cy="1645920"/>
          </a:xfrm>
          <a:prstGeom prst="rect">
            <a:avLst/>
          </a:prstGeom>
          <a:solidFill>
            <a:srgbClr val="FDFEFE"/>
          </a:solidFill>
          <a:ln w="12700">
            <a:solidFill>
              <a:srgbClr val="D5DBD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20340" y="1664208"/>
            <a:ext cx="320040" cy="320040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20340" y="16642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9456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Coleta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94560" y="25146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SNMP / gNMI, NetFlow, sFlow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0" y="205740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980B9"/>
                </a:solidFill>
              </a:rPr>
              <a:t>&gt;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749040" y="1554480"/>
            <a:ext cx="1554480" cy="1645920"/>
          </a:xfrm>
          <a:prstGeom prst="rect">
            <a:avLst/>
          </a:prstGeom>
          <a:solidFill>
            <a:srgbClr val="FDFEFE"/>
          </a:solidFill>
          <a:ln w="12700">
            <a:solidFill>
              <a:srgbClr val="D5DBD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66260" y="1664208"/>
            <a:ext cx="320040" cy="320040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66260" y="16642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84048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Armazenamento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840480" y="25146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InfluxDB, Prometheus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303520" y="205740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980B9"/>
                </a:solidFill>
              </a:rPr>
              <a:t>&gt;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394960" y="1554480"/>
            <a:ext cx="1554480" cy="1645920"/>
          </a:xfrm>
          <a:prstGeom prst="rect">
            <a:avLst/>
          </a:prstGeom>
          <a:solidFill>
            <a:srgbClr val="FDFEFE"/>
          </a:solidFill>
          <a:ln w="12700">
            <a:solidFill>
              <a:srgbClr val="D5DBD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012180" y="1664208"/>
            <a:ext cx="320040" cy="320040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12180" y="16642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Modelo ML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0" y="25146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Forest, Autoencoder, LSTM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49440" y="205740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980B9"/>
                </a:solidFill>
              </a:rPr>
              <a:t>&gt;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040880" y="1554480"/>
            <a:ext cx="1554480" cy="1645920"/>
          </a:xfrm>
          <a:prstGeom prst="rect">
            <a:avLst/>
          </a:prstGeom>
          <a:solidFill>
            <a:srgbClr val="FDFEFE"/>
          </a:solidFill>
          <a:ln w="12700">
            <a:solidFill>
              <a:srgbClr val="D5DBD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658100" y="1664208"/>
            <a:ext cx="320040" cy="320040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8100" y="16642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13232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Ação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132320" y="25146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Alertas, Automação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429000"/>
            <a:ext cx="8229600" cy="1371600"/>
          </a:xfrm>
          <a:prstGeom prst="rect">
            <a:avLst/>
          </a:prstGeom>
          <a:solidFill>
            <a:srgbClr val="FDFEFE"/>
          </a:solidFill>
          <a:ln w="12700">
            <a:solidFill>
              <a:srgbClr val="E5E8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40080" y="3566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" y="38862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pysnmp  |  python-netflow  |  grafana-api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383280" y="3566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383280" y="38862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 |  PyTorch  |  Keras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26480" y="3566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126480" y="38862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InfluxDB  |  Prometheus  |  Grafana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Resumo e implicações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731520" cy="3657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43000"/>
            <a:ext cx="8229600" cy="777240"/>
          </a:xfrm>
          <a:prstGeom prst="rect">
            <a:avLst/>
          </a:prstGeom>
          <a:solidFill>
            <a:srgbClr val="243447"/>
          </a:solidFill>
          <a:ln w="12700">
            <a:solidFill>
              <a:srgbClr val="2C40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325880"/>
            <a:ext cx="365760" cy="365760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234440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detecção de anomalias (Isolation Forest, Autoencoders, LSTM) substituem regras fixas — detectam comportamentos nunca vistos antes.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057400"/>
            <a:ext cx="8229600" cy="777240"/>
          </a:xfrm>
          <a:prstGeom prst="rect">
            <a:avLst/>
          </a:prstGeom>
          <a:solidFill>
            <a:srgbClr val="243447"/>
          </a:solidFill>
          <a:ln w="12700">
            <a:solidFill>
              <a:srgbClr val="2C40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2240280"/>
            <a:ext cx="365760" cy="365760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240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148840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de AIOps já em uso em produção (Splunk ITSI, Darktrace, ThousandEyes) reduzem MTTR em até 60% em ambientes de grande porte.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8229600" cy="777240"/>
          </a:xfrm>
          <a:prstGeom prst="rect">
            <a:avLst/>
          </a:prstGeom>
          <a:solidFill>
            <a:srgbClr val="243447"/>
          </a:solidFill>
          <a:ln w="12700">
            <a:solidFill>
              <a:srgbClr val="2C40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3154680"/>
            <a:ext cx="365760" cy="365760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3063240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inteiramente acessível: Python + SNMP + Scikit-learn + InfluxDB. Equipe de rede comum implementa sem necessidade de equipe de dados.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solidFill>
            <a:srgbClr val="243447"/>
          </a:solidFill>
          <a:ln w="12700">
            <a:solidFill>
              <a:srgbClr val="2C40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4069080"/>
            <a:ext cx="365760" cy="365760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97280" y="3977640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não substitui o administrador — torna a análise mais rápida e abrangente, liberando tempo para decisões estratégicas.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Ferramentas em produção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731520" cy="3657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43000"/>
            <a:ext cx="2651760" cy="3383280"/>
          </a:xfrm>
          <a:prstGeom prst="rect">
            <a:avLst/>
          </a:prstGeom>
          <a:solidFill>
            <a:srgbClr val="FDFEFE"/>
          </a:solidFill>
          <a:ln w="12700">
            <a:solidFill>
              <a:srgbClr val="E5E8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Splunk ITSI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2377440" cy="274320"/>
          </a:xfrm>
          <a:prstGeom prst="rect">
            <a:avLst/>
          </a:prstGeom>
          <a:solidFill>
            <a:srgbClr val="D5DBDB"/>
          </a:solidFill>
          <a:ln w="12700">
            <a:solidFill>
              <a:srgbClr val="D5DB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+ Machine Learning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 de anomalias, correlação de causa raiz, previsão de capacidade, alertas contextuais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91840" y="1143000"/>
            <a:ext cx="2651760" cy="3383280"/>
          </a:xfrm>
          <a:prstGeom prst="rect">
            <a:avLst/>
          </a:prstGeom>
          <a:solidFill>
            <a:srgbClr val="FDFEFE"/>
          </a:solidFill>
          <a:ln w="12700">
            <a:solidFill>
              <a:srgbClr val="E5E8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7472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Darktrace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429000" y="1828800"/>
            <a:ext cx="2377440" cy="274320"/>
          </a:xfrm>
          <a:prstGeom prst="rect">
            <a:avLst/>
          </a:prstGeom>
          <a:solidFill>
            <a:srgbClr val="D5DBDB"/>
          </a:solidFill>
          <a:ln w="12700">
            <a:solidFill>
              <a:srgbClr val="D5DB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Antigênio imunológico de rede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474720" y="228600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 de ameaças zero-day, resposta automática em tempo real, Autoencoders em produção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143000"/>
            <a:ext cx="2651760" cy="3383280"/>
          </a:xfrm>
          <a:prstGeom prst="rect">
            <a:avLst/>
          </a:prstGeom>
          <a:solidFill>
            <a:srgbClr val="FDFEFE"/>
          </a:solidFill>
          <a:ln w="12700">
            <a:solidFill>
              <a:srgbClr val="E5E8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0936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ThousandEyes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63640" y="1828800"/>
            <a:ext cx="2377440" cy="274320"/>
          </a:xfrm>
          <a:prstGeom prst="rect">
            <a:avLst/>
          </a:prstGeom>
          <a:solidFill>
            <a:srgbClr val="D5DBDB"/>
          </a:solidFill>
          <a:ln w="12700">
            <a:solidFill>
              <a:srgbClr val="D5DB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Experience Monitoring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309360" y="228600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 de serviços em tempo real, detecção de falhas em camadas ISP, CDN e Cloud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reduzem MTTR significativamente em ambientes de produção.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Gerência de Redes</dc:title>
  <dc:subject>PptxGenJS Presentation</dc:subject>
  <dc:creator>UFC</dc:creator>
  <cp:lastModifiedBy>UFC</cp:lastModifiedBy>
  <cp:revision>1</cp:revision>
  <dcterms:created xsi:type="dcterms:W3CDTF">2026-05-14T16:23:44Z</dcterms:created>
  <dcterms:modified xsi:type="dcterms:W3CDTF">2026-05-14T16:23:44Z</dcterms:modified>
</cp:coreProperties>
</file>