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64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1188720"/>
            <a:ext cx="45720" cy="2560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12801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AIOps em Redes IoT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1371600" y="21031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de Anomalias em Tempo Real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37160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agentes de IA processam volumes massivos de dados IoT para detectar falhas, vazamentos e degradação de rede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Apresentação 5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Problema: IoT em Escala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tradicional não escala com milhões de dispositivos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2344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F8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Bilhões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dispositivos IoT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circulação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51760" cy="12344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Milhares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eventos por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por sensor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51760" cy="12344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 min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médio para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falha (MTTD)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do monitoramento IoT tradicional: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Protocolos heterogêneos (MQTT, CoAP, SNMP, HTTP)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Dados chegam em formatos diferentes, sem padronização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Limiar fixo (threshold) não funciona para milhares de dispositivos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Falsos positivos em cascata sobrecarregam operadores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657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Latência entre coleta e ação pode ser minutos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Escalabilidade: métodos tradicionais não suportam milhões de eventos/s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2/6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Arquitetura: Pipeline IoT → AIOps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4747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sensor IoT até a ação autônoma em tempo real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508760" cy="1417320"/>
          </a:xfrm>
          <a:prstGeom prst="rect">
            <a:avLst/>
          </a:prstGeom>
          <a:solidFill>
            <a:srgbClr val="1E2D4A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1508760"/>
            <a:ext cx="365760" cy="365760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IoT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Sensores, cameras,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wearables, industriais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75104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1417320"/>
            <a:ext cx="1508760" cy="1417320"/>
          </a:xfrm>
          <a:prstGeom prst="rect">
            <a:avLst/>
          </a:prstGeom>
          <a:solidFill>
            <a:srgbClr val="1E2D4A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15768" y="1508760"/>
            <a:ext cx="365760" cy="36576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40280" y="1938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4028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/ CoAP / SNMP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Kafka, Kinesis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66744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417320"/>
            <a:ext cx="1508760" cy="1417320"/>
          </a:xfrm>
          <a:prstGeom prst="rect">
            <a:avLst/>
          </a:prstGeom>
          <a:solidFill>
            <a:srgbClr val="1E2D4A"/>
          </a:solidFill>
          <a:ln w="25400">
            <a:solidFill>
              <a:srgbClr val="805A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1508760"/>
            <a:ext cx="365760" cy="365760"/>
          </a:xfrm>
          <a:prstGeom prst="ellipse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31920" y="1938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Processing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3192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Flink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Streaming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58384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32120" y="1417320"/>
            <a:ext cx="1508760" cy="1417320"/>
          </a:xfrm>
          <a:prstGeom prst="rect">
            <a:avLst/>
          </a:prstGeom>
          <a:solidFill>
            <a:srgbClr val="1E2D4A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99048" y="1508760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23560" y="1938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2356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LSTM, Autoencoder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50024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1417320"/>
            <a:ext cx="1508760" cy="1417320"/>
          </a:xfrm>
          <a:prstGeom prst="rect">
            <a:avLst/>
          </a:prstGeom>
          <a:solidFill>
            <a:srgbClr val="1E2D4A"/>
          </a:solidFill>
          <a:ln w="25400">
            <a:solidFill>
              <a:srgbClr val="DD6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90688" y="1508760"/>
            <a:ext cx="365760" cy="36576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068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0" y="1938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1520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Alerta, isolamento,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auto-reparo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108960"/>
            <a:ext cx="2011680" cy="12344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(pub/sub)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CoAP (UDP constrained)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SNMP v3 (gerência)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06040" y="3108960"/>
            <a:ext cx="2011680" cy="12344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4320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Mensageria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Kinesis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Pub/Sub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108960"/>
            <a:ext cx="2011680" cy="12344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9204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Armazenamento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 (timeseries)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03720" y="3108960"/>
            <a:ext cx="2011680" cy="12344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04088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4088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 (anomalia)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(séries temporais)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 (reconstrução)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617720"/>
            <a:ext cx="9144000" cy="5212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IoT → Protocolos → Stream → ML → Decisão autônoma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Algoritmos e Casos de Uso em IoT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84048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2606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15568"/>
            <a:ext cx="146304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15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Anomalias pontuais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 eventos raros em datasets de alta dimensionalidade. Ideal para detectar comportamento anômalo de um sensor específico entre milhares normais.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2331720" cy="18288"/>
          </a:xfrm>
          <a:prstGeom prst="rect">
            <a:avLst/>
          </a:prstGeom>
          <a:solidFill>
            <a:srgbClr val="E53E3E">
              <a:alpha val="50000"/>
            </a:srgbClr>
          </a:solidFill>
          <a:ln w="12700">
            <a:solidFill>
              <a:srgbClr val="E53E3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99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Detectar sensor de temperatura enviando valores fora do padrão em ambiente industrial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51760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54864" cy="26060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115568"/>
            <a:ext cx="146304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115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Séries temporais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19933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dependências temporais em sequências de dados. Aprende o comportamento esperado de um dispositivo ao longo das 24h.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0" y="2944368"/>
            <a:ext cx="233172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999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Prever falha de bomba d'água 30min antes baseado em histórico de pressão e vibração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651760" cy="26060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05840"/>
            <a:ext cx="54864" cy="26060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115568"/>
            <a:ext cx="1463040" cy="2926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115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Reconstrução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19933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representação compactada do "normal". Eventos que resultam em alto erro de reconstrução são classificados como anômalos.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2944368"/>
            <a:ext cx="2331720" cy="18288"/>
          </a:xfrm>
          <a:prstGeom prst="rect">
            <a:avLst/>
          </a:prstGeom>
          <a:solidFill>
            <a:srgbClr val="38A169">
              <a:alpha val="50000"/>
            </a:srgbClr>
          </a:solidFill>
          <a:ln w="12700">
            <a:solidFill>
              <a:srgbClr val="38A169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99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Detectar ataque de negação de serviço em rede de câmeras IoT via tráfego reconstruído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típicos em produção: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2651760" cy="59436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114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~70%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63040" y="4114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falsos positivos vs thresholds fixos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4114800"/>
            <a:ext cx="2651760" cy="59436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91840" y="4114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297680" y="4114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no MTTR (tempo de resolução)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4114800"/>
            <a:ext cx="2651760" cy="59436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26480" y="4114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2min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32320" y="4114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para detecção de anomalia (MTTD)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4/6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Ferramentas e Empresas que Usam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1148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AIOps aplicadas a ambientes IoT em produção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2461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3246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ITSI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0584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+ 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ML (Isolation Forest, Random Forest) para detectar anomalias em streams IoT. Integra com mais de 1000 fontes de dados.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Siemens (industrial IoT), Goldman Sachs (fintech), Tata TCS (cloud)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Detecção em tempo real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Zero-day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4608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 massiva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371600"/>
            <a:ext cx="2651760" cy="32461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371600"/>
            <a:ext cx="54864" cy="3246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Darktrace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74720" y="1874520"/>
            <a:ext cx="100584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874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Nativo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2402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"sistema imunológico" que aprende o padrão normal de cada dispositivo IoT. Detecta ameaças zero-day sem assinaturas.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NHS (saúde UK), Airbus (aeroespacial), Coca-Cola (manufatura)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Detecção em tempo real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Zero-day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4608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 massiva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371600"/>
            <a:ext cx="2651760" cy="32461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371600"/>
            <a:ext cx="54864" cy="3246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+ Lookout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09360" y="1874520"/>
            <a:ext cx="100584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874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Native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2402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Core ingere dados de milhões de dispositivos. Amazon Lookout usa ML para detectar anomalias em equipamentos conectados.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Shopify (e-commerce), Salesforce (CRM), Uber (transporte)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Detecção em tempo real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Zero-day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4608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 massiva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5/6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24712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em escala exige monitoramento inteligente — thresholds fixos não bastam para milhões de dispositivos heterogêneos.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719072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645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AIOps (Splunk ITSI, Darktrace, AWS IoT) reduz falsos positivos em ~70% e MTTR em 60% usando ML em tempo real.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313432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240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Forest, LSTM e Autoencoders são as principais técnicas aplicadas a dados IoT para detecção de anomalias.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907792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834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como Siemens, NHS, Airbus, Shopify e Uber já usam AIOps em ambientes IoT em produção.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502152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429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não substitui o operador — torna a gerência de redes IoT escalável, proativa e autônoma.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00D4AA">
              <a:alpha val="8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"IA não substitui o operador — torna a gerência de redes IoT escalável, proativa e autônoma."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6/6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 em Redes IoT: Detecção de Anomalias em Tempo Real</dc:title>
  <dc:subject>PptxGenJS Presentation</dc:subject>
  <dc:creator>Gerencia de Redes — UFC</dc:creator>
  <cp:lastModifiedBy>Gerencia de Redes — UFC</cp:lastModifiedBy>
  <cp:revision>1</cp:revision>
  <dcterms:created xsi:type="dcterms:W3CDTF">2026-05-14T14:43:13Z</dcterms:created>
  <dcterms:modified xsi:type="dcterms:W3CDTF">2026-05-14T14:43:13Z</dcterms:modified>
</cp:coreProperties>
</file>