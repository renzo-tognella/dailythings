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4864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55448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56032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56616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54864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55448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56032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356616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54864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155448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56032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356616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54864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155448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256032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356616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54864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155448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256032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356616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54864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155448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0" y="256032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0" y="356616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54864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155448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256032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356616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54864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155448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06640" y="256032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06640" y="3566160"/>
            <a:ext cx="73152" cy="73152"/>
          </a:xfrm>
          <a:prstGeom prst="oval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1188720"/>
            <a:ext cx="45720" cy="2560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0" y="12801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Gerência de Redes</a:t>
            </a:r>
            <a:endParaRPr lang="en-US" sz="4400" dirty="0"/>
          </a:p>
        </p:txBody>
      </p:sp>
      <p:sp>
        <p:nvSpPr>
          <p:cNvPr id="38" name="Text 36"/>
          <p:cNvSpPr/>
          <p:nvPr/>
        </p:nvSpPr>
        <p:spPr>
          <a:xfrm>
            <a:off x="1371600" y="21031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Artificial como Ferramenta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371600" y="2834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Detection, AIOps e Automação para Administradores de Rede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Gerência de Redes — UFC  |  Apresentação 5 min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Tradicional já não é suficiente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54864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prático: Um roteador Cisco gera ~200 MIBs (ifInOctets, cpuPercent...)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2651760" cy="228600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54864" cy="2286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871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Tradição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 configura 5-10 thresholds manuais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parte dos dados fica invisível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chegam tarde ou não chegam (falsos negativos)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2377440"/>
            <a:ext cx="2651760" cy="228600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2377440"/>
            <a:ext cx="54864" cy="2286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4871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 modelo com TODOS os dados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desvios automaticamente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 o "normal" da rede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2377440"/>
            <a:ext cx="2651760" cy="228600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2377440"/>
            <a:ext cx="54864" cy="2286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4871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o que humanos não conseguem ver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proativa, não reativa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trabalho manual, mais eficácia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Gerência de Redes — UFC  |  2/6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Três Pilares da IA Aplicada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2004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283464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2834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1554480" cy="320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supervisionado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 anomalias em datasets de alta dimensionalidade sem necessidade de rotulagem prévia.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283464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54864" cy="2834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371600"/>
            <a:ext cx="1554480" cy="3200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de reconstrução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Autoencoders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74720" y="23774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neurais que aprendem a representar o padrão normal da rede e identificam desvios.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651760" cy="283464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88720"/>
            <a:ext cx="54864" cy="2834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371600"/>
            <a:ext cx="1554480" cy="32004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Séries temporais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09360" y="23774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recorrentes que capturam dependências temporais em métricas de rede (CPU, latência, throughput).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principais: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Segmentação de rede automática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Correlação de alertas de múltiplas fontes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Bloqueio proativo de tráfego anômalo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56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Gerência de Redes — UFC  |  3/6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AIOps e Ferramentas do Mercado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Plataformas que já reduzem MTTR em até 60%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24612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32461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27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ITSI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100584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+ ML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3042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Detecção de anomalias em CPU, memória, disco, interfaces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Correlação de causa raiz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1821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Previsão de capacidade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6210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Alertas inteligentes contextuais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Clientes: Cisco DNA Center, Juniper Apstra, VMware NSX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0" y="1417320"/>
            <a:ext cx="2651760" cy="324612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417320"/>
            <a:ext cx="54864" cy="32461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527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Darktrace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74720" y="1920240"/>
            <a:ext cx="100584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Nativo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23042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Sistema imunológico de rede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Detecta ameaças zero-day sem assinatura prévia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0" y="31821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Previsão de degradação de rede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4720" y="36210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Resposta automática em tempo real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7472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Clientes: NHS, Sky, Airbus, Deloitte, Coca-Cola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1417320"/>
            <a:ext cx="2651760" cy="324612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417320"/>
            <a:ext cx="54864" cy="32461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527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ThousandEyes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309360" y="1920240"/>
            <a:ext cx="100584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Experience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23042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Paths de rede, DNS, CDN em tempo real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Monitoramento de serviços cloud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9360" y="31821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Detecção de falhas em camadas de ISP/CDN/Cloud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09360" y="36210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Usado por Salesforce, AWS, Shopify, Uber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936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Clientes: APIs REST,Plugins Zabbix ML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56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Gerência de Redes — UFC  |  4/6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Arquitetura: Do Sensor ao Modelo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47472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completo — Python + Open Source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508760" cy="1463040"/>
          </a:xfrm>
          <a:prstGeom prst="rect">
            <a:avLst/>
          </a:prstGeom>
          <a:solidFill>
            <a:srgbClr val="1E2D4A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600200"/>
            <a:ext cx="365760" cy="365760"/>
          </a:xfrm>
          <a:prstGeom prst="ellipse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391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Switches, Roteadores,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84248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48840" y="1508760"/>
            <a:ext cx="1508760" cy="1463040"/>
          </a:xfrm>
          <a:prstGeom prst="rect">
            <a:avLst/>
          </a:prstGeom>
          <a:solidFill>
            <a:srgbClr val="1E2D4A"/>
          </a:solidFill>
          <a:ln w="254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7480" y="1600200"/>
            <a:ext cx="365760" cy="36576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40280" y="20391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40280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SNMP / gNMI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NetFlow, sFlow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75888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1508760"/>
            <a:ext cx="1508760" cy="1463040"/>
          </a:xfrm>
          <a:prstGeom prst="rect">
            <a:avLst/>
          </a:prstGeom>
          <a:solidFill>
            <a:srgbClr val="1E2D4A"/>
          </a:solidFill>
          <a:ln w="25400">
            <a:solidFill>
              <a:srgbClr val="805A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1600200"/>
            <a:ext cx="365760" cy="365760"/>
          </a:xfrm>
          <a:prstGeom prst="ellipse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931920" y="20391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Armazenamento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InfluxDB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67528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32120" y="1508760"/>
            <a:ext cx="1508760" cy="1463040"/>
          </a:xfrm>
          <a:prstGeom prst="rect">
            <a:avLst/>
          </a:prstGeom>
          <a:solidFill>
            <a:srgbClr val="1E2D4A"/>
          </a:solidFill>
          <a:ln w="254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1600200"/>
            <a:ext cx="365760" cy="3657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23560" y="20391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ML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23560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Autoencoder, LSTM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59168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23760" y="1508760"/>
            <a:ext cx="1508760" cy="1463040"/>
          </a:xfrm>
          <a:prstGeom prst="rect">
            <a:avLst/>
          </a:prstGeom>
          <a:solidFill>
            <a:srgbClr val="1E2D4A"/>
          </a:solidFill>
          <a:ln w="25400">
            <a:solidFill>
              <a:srgbClr val="DD6B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0" y="1600200"/>
            <a:ext cx="365760" cy="36576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15200" y="20391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0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Alertas,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337560"/>
            <a:ext cx="2011680" cy="114300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4360" y="3429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3749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 • Scikit-learn • PyTorch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pandas, NumPy, Keras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06040" y="3337560"/>
            <a:ext cx="2011680" cy="114300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743200" y="3429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0" y="3749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pysnmp • python-netflow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grafana-api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337560"/>
            <a:ext cx="2011680" cy="114300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92040" y="3429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Armazenamento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92040" y="3749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InfluxDB • Grafana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node_exporter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03720" y="3337560"/>
            <a:ext cx="2011680" cy="114300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040880" y="3429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Prontos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040880" y="3749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Scikit-learn: IsolationForest, SVM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PyTorch: Autoencoders, LSTM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956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Gerência de Redes — UFC  |  5/6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01168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88720"/>
            <a:ext cx="347472" cy="3474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Detecção de Anomalias (Isolation Forest, Autoencoders) substitui regras fixas — detecta o nunca visto.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783080"/>
            <a:ext cx="347472" cy="3474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AIOps (Splunk ITSI, Darktrace, ThousandEyes) reduz MTTR em até 60% — já usado em produção por grandes empresas.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377440"/>
            <a:ext cx="347472" cy="3474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286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acessível: Python + pysnmp + Scikit-learn + InfluxDB + Grafana — qualquer um pode implementar.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971800"/>
            <a:ext cx="347472" cy="3474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880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SNMP + gNMI coletam dados; ML processa e aprende padrões; administrador toma decisões melhores.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566160"/>
            <a:ext cx="347472" cy="3474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474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não substitui o administrador de rede — ela o torna mais eficaz.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00D4AA">
              <a:alpha val="8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"IA não substitui o administrador de rede — ela o torna mais eficaz."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56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Gerência de Redes — UFC  |  6/6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Gerência de Redes: Inteligência Artificial como Ferramenta</dc:title>
  <dc:subject>PptxGenJS Presentation</dc:subject>
  <dc:creator>Gerencia de Redes – UFC</dc:creator>
  <cp:lastModifiedBy>Gerencia de Redes – UFC</cp:lastModifiedBy>
  <cp:revision>1</cp:revision>
  <dcterms:created xsi:type="dcterms:W3CDTF">2026-05-14T13:27:55Z</dcterms:created>
  <dcterms:modified xsi:type="dcterms:W3CDTF">2026-05-14T13:27:55Z</dcterms:modified>
</cp:coreProperties>
</file>